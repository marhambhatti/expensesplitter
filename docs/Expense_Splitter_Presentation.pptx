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84" y="1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244A"/>
                </a:solidFill>
              </a:rPr>
              <a:t>💸 Expense Splitter Application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5A6270"/>
                </a:solidFill>
              </a:rPr>
              <a:t>A Java Desktop Application for Managing Shared Expenses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80360"/>
            <a:ext cx="3589637" cy="9848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rPr dirty="0"/>
              <a:t>Presented by:</a:t>
            </a:r>
            <a:r>
              <a:rPr lang="en-US" dirty="0"/>
              <a:t> Muhammad </a:t>
            </a:r>
            <a:r>
              <a:rPr dirty="0"/>
              <a:t> Arham Bhatti</a:t>
            </a:r>
          </a:p>
          <a:p>
            <a:pPr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rPr dirty="0"/>
              <a:t>Technology: Java Swing + MySQL</a:t>
            </a:r>
          </a:p>
          <a:p>
            <a:pPr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rPr dirty="0"/>
              <a:t>Date: June 14,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417320"/>
            <a:ext cx="365760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08080"/>
                </a:solidFill>
              </a:rPr>
              <a:t>Project Snapshot</a:t>
            </a:r>
          </a:p>
          <a:p>
            <a:pPr algn="l">
              <a:defRPr sz="1400">
                <a:solidFill>
                  <a:srgbClr val="212529"/>
                </a:solidFill>
              </a:defRPr>
            </a:pPr>
            <a:r>
              <a:t>• Desktop app</a:t>
            </a:r>
          </a:p>
          <a:p>
            <a:pPr algn="l">
              <a:defRPr sz="1400">
                <a:solidFill>
                  <a:srgbClr val="212529"/>
                </a:solidFill>
              </a:defRPr>
            </a:pPr>
            <a:r>
              <a:t>• Group expenses</a:t>
            </a:r>
          </a:p>
          <a:p>
            <a:pPr algn="l">
              <a:defRPr sz="1400">
                <a:solidFill>
                  <a:srgbClr val="212529"/>
                </a:solidFill>
              </a:defRPr>
            </a:pPr>
            <a:r>
              <a:t>• Balance tracking</a:t>
            </a:r>
          </a:p>
          <a:p>
            <a:pPr algn="l">
              <a:defRPr sz="1400">
                <a:solidFill>
                  <a:srgbClr val="212529"/>
                </a:solidFill>
              </a:defRPr>
            </a:pPr>
            <a:r>
              <a:t>• Settlements</a:t>
            </a:r>
          </a:p>
          <a:p>
            <a:pPr algn="l">
              <a:defRPr sz="1400">
                <a:solidFill>
                  <a:srgbClr val="212529"/>
                </a:solidFill>
              </a:defRPr>
            </a:pPr>
            <a:r>
              <a:t>• CSV export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446520"/>
            <a:ext cx="11338560" cy="27432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270"/>
                </a:solidFill>
              </a:rPr>
              <a:t>Expense Splitter Application • Presentation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Expense Splitter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1080" y="15544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dirty="0">
                <a:solidFill>
                  <a:srgbClr val="DCE6F0"/>
                </a:solidFill>
              </a:rPr>
              <a:t>Problem &amp; Solution</a:t>
            </a:r>
          </a:p>
        </p:txBody>
      </p:sp>
      <p:sp>
        <p:nvSpPr>
          <p:cNvPr id="5" name="Oval 4"/>
          <p:cNvSpPr/>
          <p:nvPr/>
        </p:nvSpPr>
        <p:spPr>
          <a:xfrm>
            <a:off x="11475720" y="82296"/>
            <a:ext cx="411480" cy="411480"/>
          </a:xfrm>
          <a:prstGeom prst="ellipse">
            <a:avLst/>
          </a:prstGeom>
          <a:solidFill>
            <a:srgbClr val="D69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244A"/>
                </a:solidFill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868680"/>
            <a:ext cx="1920240" cy="384048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5440680" cy="4297680"/>
          </a:xfrm>
          <a:prstGeom prst="roundRect">
            <a:avLst/>
          </a:prstGeom>
          <a:solidFill>
            <a:srgbClr val="FFF5F5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C62828"/>
                </a:solidFill>
              </a:rPr>
              <a:t>Why shared expenses become messy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12529"/>
                </a:solidFill>
              </a:rPr>
              <a:t>• Verbal agreements are forgotten
• Spreadsheets are hard to maintain
• Notes apps have no structure or calculations
• No clear record of who owes what
Result: confusion, arguments, and wasted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868680"/>
            <a:ext cx="1920240" cy="384048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The Solution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325880"/>
            <a:ext cx="5257800" cy="4297680"/>
          </a:xfrm>
          <a:prstGeom prst="roundRect">
            <a:avLst/>
          </a:prstGeom>
          <a:solidFill>
            <a:srgbClr val="F4FCFC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08080"/>
                </a:solidFill>
              </a:rPr>
              <a:t>Expense Splitter solves the problem by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12529"/>
                </a:solidFill>
              </a:rPr>
              <a:t>• Creating groups for any shared context
• Recording expenses with all details
• Splitting costs equally, by custom amount, or by percentage
• Tracking balances automatically
• Settling debts and keeping history
• Searching and filtering expense records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6446520"/>
            <a:ext cx="11338560" cy="27432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270"/>
                </a:solidFill>
              </a:rPr>
              <a:t>Expense Splitter Application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Expense Splitter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1080" y="136529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dirty="0">
                <a:solidFill>
                  <a:srgbClr val="DCE6F0"/>
                </a:solidFill>
              </a:rPr>
              <a:t>Technology &amp; Architecture</a:t>
            </a:r>
          </a:p>
        </p:txBody>
      </p:sp>
      <p:sp>
        <p:nvSpPr>
          <p:cNvPr id="5" name="Oval 4"/>
          <p:cNvSpPr/>
          <p:nvPr/>
        </p:nvSpPr>
        <p:spPr>
          <a:xfrm>
            <a:off x="11475720" y="82296"/>
            <a:ext cx="411480" cy="411480"/>
          </a:xfrm>
          <a:prstGeom prst="ellipse">
            <a:avLst/>
          </a:prstGeom>
          <a:solidFill>
            <a:srgbClr val="D69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244A"/>
                </a:solidFill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868680"/>
            <a:ext cx="5394960" cy="1828800"/>
          </a:xfrm>
          <a:prstGeom prst="roundRect">
            <a:avLst/>
          </a:prstGeom>
          <a:solidFill>
            <a:srgbClr val="F7F9FC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14244A"/>
                </a:solidFill>
              </a:rPr>
              <a:t>Technology Stack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12529"/>
                </a:solidFill>
              </a:rPr>
              <a:t>Java • Java Swing • FlatLaf 3.7.1 • Ikonli + FontAwesome 5
MySQL 8.0 • MySQL Connector/J 8.4.0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880360"/>
            <a:ext cx="5394960" cy="1828800"/>
          </a:xfrm>
          <a:prstGeom prst="roundRect">
            <a:avLst/>
          </a:prstGeom>
          <a:solidFill>
            <a:srgbClr val="F4FCFC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08080"/>
                </a:solidFill>
              </a:rPr>
              <a:t>Architecture Patterns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12529"/>
                </a:solidFill>
              </a:rPr>
              <a:t>MVC for separation of concerns
Strategy Pattern for split algorithms
DAO Pattern for database access
Singleton for shared connection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914400"/>
            <a:ext cx="5303520" cy="822960"/>
          </a:xfrm>
          <a:prstGeom prst="roundRect">
            <a:avLst/>
          </a:prstGeom>
          <a:solidFill>
            <a:srgbClr val="14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UI Layer (Swing)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Login, Register, Dashboard, Groups, Ledger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920240"/>
            <a:ext cx="5303520" cy="82296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Business Logic Layer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EqualSplit, CustomSplit, PercentageSplit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926080"/>
            <a:ext cx="5303520" cy="822960"/>
          </a:xfrm>
          <a:prstGeom prst="roundRect">
            <a:avLst/>
          </a:prstGeom>
          <a:solidFill>
            <a:srgbClr val="D69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DAO Layer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UserDAO, GroupDAO, ExpenseDAO, SettlementDAO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931920"/>
            <a:ext cx="5303520" cy="82296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Database Layer (MySQL)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expense_splitter_db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6446520"/>
            <a:ext cx="11338560" cy="27432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270"/>
                </a:solidFill>
              </a:rPr>
              <a:t>Expense Splitter Application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Expense Splitter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1080" y="14062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dirty="0">
                <a:solidFill>
                  <a:srgbClr val="DCE6F0"/>
                </a:solidFill>
              </a:rPr>
              <a:t>Database Design &amp; Project Structure</a:t>
            </a:r>
          </a:p>
        </p:txBody>
      </p:sp>
      <p:sp>
        <p:nvSpPr>
          <p:cNvPr id="5" name="Oval 4"/>
          <p:cNvSpPr/>
          <p:nvPr/>
        </p:nvSpPr>
        <p:spPr>
          <a:xfrm>
            <a:off x="11475720" y="82296"/>
            <a:ext cx="411480" cy="411480"/>
          </a:xfrm>
          <a:prstGeom prst="ellipse">
            <a:avLst/>
          </a:prstGeom>
          <a:solidFill>
            <a:srgbClr val="D69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244A"/>
                </a:solidFill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05840"/>
          <a:ext cx="54864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Table</a:t>
                      </a:r>
                    </a:p>
                  </a:txBody>
                  <a:tcPr>
                    <a:solidFill>
                      <a:srgbClr val="1424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424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529"/>
                          </a:solidFill>
                        </a:defRPr>
                      </a:pPr>
                      <a:r>
                        <a:t>users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529"/>
                          </a:solidFill>
                        </a:defRPr>
                      </a:pPr>
                      <a:r>
                        <a:t>User accounts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529"/>
                          </a:solidFill>
                        </a:defRPr>
                      </a:pPr>
                      <a:r>
                        <a:t>groups_table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529"/>
                          </a:solidFill>
                        </a:defRPr>
                      </a:pPr>
                      <a:r>
                        <a:t>Expense groups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529"/>
                          </a:solidFill>
                        </a:defRPr>
                      </a:pPr>
                      <a:r>
                        <a:t>group_members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529"/>
                          </a:solidFill>
                        </a:defRPr>
                      </a:pPr>
                      <a:r>
                        <a:t>User ↔ Group relationships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529"/>
                          </a:solidFill>
                        </a:defRPr>
                      </a:pPr>
                      <a:r>
                        <a:t>categories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529"/>
                          </a:solidFill>
                        </a:defRPr>
                      </a:pPr>
                      <a:r>
                        <a:t>Expense categories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529"/>
                          </a:solidFill>
                        </a:defRPr>
                      </a:pPr>
                      <a:r>
                        <a:t>expenses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529"/>
                          </a:solidFill>
                        </a:defRPr>
                      </a:pPr>
                      <a:r>
                        <a:t>Expense records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529"/>
                          </a:solidFill>
                        </a:defRPr>
                      </a:pPr>
                      <a:r>
                        <a:t>expense_splits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529"/>
                          </a:solidFill>
                        </a:defRPr>
                      </a:pPr>
                      <a:r>
                        <a:t>Per-user split amounts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529"/>
                          </a:solidFill>
                        </a:defRPr>
                      </a:pPr>
                      <a:r>
                        <a:t>settlements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12529"/>
                          </a:solidFill>
                        </a:defRPr>
                      </a:pPr>
                      <a:r>
                        <a:t>Recorded payment transactions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4617720"/>
            <a:ext cx="5486400" cy="1097280"/>
          </a:xfrm>
          <a:prstGeom prst="roundRect">
            <a:avLst/>
          </a:prstGeom>
          <a:solidFill>
            <a:srgbClr val="F7F9FC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14244A"/>
                </a:solidFill>
              </a:rPr>
              <a:t>Default Categories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12529"/>
                </a:solidFill>
              </a:rPr>
              <a:t>Infrastructure • Meals • Software • Travel • Hardware • Office • Events • Other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005840"/>
            <a:ext cx="5303520" cy="4754880"/>
          </a:xfrm>
          <a:prstGeom prst="roundRect">
            <a:avLst/>
          </a:prstGeom>
          <a:solidFill>
            <a:srgbClr val="F4FCFC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08080"/>
                </a:solidFill>
              </a:rPr>
              <a:t>Project Structure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12529"/>
                </a:solidFill>
              </a:rPr>
              <a:t>com.expensesplitter
├── Main.java
├── models/   User, Group, Expense, Settlement, Category
├── dao/      DatabaseConnection, UserDAO, GroupDAO, ExpenseDAO, SettlementDAO
├── strategies/  SplitStrategy, EqualSplit, CustomSplit, PercentageSplit
├── ui/       LoginFrame, MainFrame, GroupFrame, ExpensesPanel, LedgerDetailsFrame, SettlementFrame
├── uifactory/ SideBar.java
└── layouts/  WrapLayout.java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6446520"/>
            <a:ext cx="11338560" cy="27432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270"/>
                </a:solidFill>
              </a:rPr>
              <a:t>Expense Splitter Application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Expense Splitter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67881" y="132746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dirty="0">
                <a:solidFill>
                  <a:srgbClr val="DCE6F0"/>
                </a:solidFill>
              </a:rPr>
              <a:t>Authentication &amp; Dashboard</a:t>
            </a:r>
          </a:p>
        </p:txBody>
      </p:sp>
      <p:sp>
        <p:nvSpPr>
          <p:cNvPr id="5" name="Oval 4"/>
          <p:cNvSpPr/>
          <p:nvPr/>
        </p:nvSpPr>
        <p:spPr>
          <a:xfrm>
            <a:off x="11475720" y="82296"/>
            <a:ext cx="411480" cy="411480"/>
          </a:xfrm>
          <a:prstGeom prst="ellipse">
            <a:avLst/>
          </a:prstGeom>
          <a:solidFill>
            <a:srgbClr val="D69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244A"/>
                </a:solidFill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14400"/>
            <a:ext cx="5303520" cy="2103120"/>
          </a:xfrm>
          <a:prstGeom prst="roundRect">
            <a:avLst/>
          </a:prstGeom>
          <a:solidFill>
            <a:srgbClr val="F7F9FC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14244A"/>
                </a:solidFill>
              </a:rPr>
              <a:t>User Authentication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12529"/>
                </a:solidFill>
              </a:rPr>
              <a:t>• Register with name, email, password
• Login with email and password
• Forgot password flow with reset token
• Passwords stored as hashed values
• Input validation and duplicate email checks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246120"/>
            <a:ext cx="530352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08080"/>
                </a:solidFill>
              </a:rPr>
              <a:t>Dashboard Overview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• Total You Owe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• Total Owed To You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• Overall Net Balance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• Group summary cards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• Recent activity feed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143000"/>
            <a:ext cx="1463040" cy="1325880"/>
          </a:xfrm>
          <a:prstGeom prst="roundRect">
            <a:avLst/>
          </a:prstGeom>
          <a:solidFill>
            <a:srgbClr val="FAFBFD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C62828"/>
                </a:solidFill>
              </a:rPr>
              <a:t>TOTAL YOU OWE</a:t>
            </a:r>
          </a:p>
          <a:p>
            <a:pPr algn="ctr"/>
            <a:r>
              <a:rPr sz="1800" b="1">
                <a:solidFill>
                  <a:srgbClr val="212529"/>
                </a:solidFill>
              </a:rPr>
              <a:t>Rs. 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09560" y="1143000"/>
            <a:ext cx="1463040" cy="1325880"/>
          </a:xfrm>
          <a:prstGeom prst="roundRect">
            <a:avLst/>
          </a:prstGeom>
          <a:solidFill>
            <a:srgbClr val="FAFBFD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E7D32"/>
                </a:solidFill>
              </a:rPr>
              <a:t>TOTAL OWED TO YOU</a:t>
            </a:r>
          </a:p>
          <a:p>
            <a:pPr algn="ctr"/>
            <a:r>
              <a:rPr sz="1800" b="1">
                <a:solidFill>
                  <a:srgbClr val="212529"/>
                </a:solidFill>
              </a:rPr>
              <a:t>Rs. 4800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9760" y="1143000"/>
            <a:ext cx="1463040" cy="1325880"/>
          </a:xfrm>
          <a:prstGeom prst="roundRect">
            <a:avLst/>
          </a:prstGeom>
          <a:solidFill>
            <a:srgbClr val="FAFBFD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4244A"/>
                </a:solidFill>
              </a:rPr>
              <a:t>NET BALANCE</a:t>
            </a:r>
          </a:p>
          <a:p>
            <a:pPr algn="ctr"/>
            <a:r>
              <a:rPr sz="1800" b="1">
                <a:solidFill>
                  <a:srgbClr val="212529"/>
                </a:solidFill>
              </a:rPr>
              <a:t>+ Rs. 4800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697480"/>
            <a:ext cx="5303520" cy="2880360"/>
          </a:xfrm>
          <a:prstGeom prst="roundRect">
            <a:avLst/>
          </a:prstGeom>
          <a:solidFill>
            <a:srgbClr val="F4FCFC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08080"/>
                </a:solidFill>
              </a:rPr>
              <a:t>Dashboard Behaviors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12529"/>
                </a:solidFill>
              </a:rPr>
              <a:t>• Updates after add/edit/delete/settle actions
• Shows balance summaries per group
• Gives quick access to all modules
• Makes the app feel live and organized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6446520"/>
            <a:ext cx="11338560" cy="27432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270"/>
                </a:solidFill>
              </a:rPr>
              <a:t>Expense Splitter Application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Expense Splitter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32520" y="121552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dirty="0">
                <a:solidFill>
                  <a:srgbClr val="DCE6F0"/>
                </a:solidFill>
              </a:rPr>
              <a:t>Groups &amp; Expense Management</a:t>
            </a:r>
          </a:p>
        </p:txBody>
      </p:sp>
      <p:sp>
        <p:nvSpPr>
          <p:cNvPr id="5" name="Oval 4"/>
          <p:cNvSpPr/>
          <p:nvPr/>
        </p:nvSpPr>
        <p:spPr>
          <a:xfrm>
            <a:off x="11475720" y="82296"/>
            <a:ext cx="411480" cy="411480"/>
          </a:xfrm>
          <a:prstGeom prst="ellipse">
            <a:avLst/>
          </a:prstGeom>
          <a:solidFill>
            <a:srgbClr val="D69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244A"/>
                </a:solidFill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14400"/>
            <a:ext cx="5212080" cy="2011680"/>
          </a:xfrm>
          <a:prstGeom prst="roundRect">
            <a:avLst/>
          </a:prstGeom>
          <a:solidFill>
            <a:srgbClr val="F7F9FC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14244A"/>
                </a:solidFill>
              </a:rPr>
              <a:t>Group Management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12529"/>
                </a:solidFill>
              </a:rPr>
              <a:t>• Create multiple groups for different contexts
• Track member count and group balance
• View settlement progress from 0% to 100%
• Manage flatmates, office teams, or travel groups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154680"/>
            <a:ext cx="5212080" cy="2331720"/>
          </a:xfrm>
          <a:prstGeom prst="roundRect">
            <a:avLst/>
          </a:prstGeom>
          <a:solidFill>
            <a:srgbClr val="F4FCFC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08080"/>
                </a:solidFill>
              </a:rPr>
              <a:t>Expense Management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12529"/>
                </a:solidFill>
              </a:rPr>
              <a:t>• Add description, amount, category, date, payer, and participants
• Equal split: amount ÷ members
• Custom split: user-entered amounts
• Percentage split: shares must total 100%
• Expandable per-person split breakdown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960120"/>
            <a:ext cx="5394960" cy="4526280"/>
          </a:xfrm>
          <a:prstGeom prst="roundRect">
            <a:avLst/>
          </a:prstGeom>
          <a:solidFill>
            <a:srgbClr val="FFFAF0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57C00"/>
                </a:solidFill>
              </a:rPr>
              <a:t>Split Examples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12529"/>
                </a:solidFill>
              </a:rPr>
              <a:t>EQUAL  → Rs. 5500 ÷ 4 = Rs. 1375 each
CUSTOM → assign exact amounts per participant
PERCENTAGE → 40% / 30% / 20% / 10%
The app keeps the calculation fair for every scenario.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6446520"/>
            <a:ext cx="11338560" cy="27432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270"/>
                </a:solidFill>
              </a:rPr>
              <a:t>Expense Splitter Application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Expense Splitter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32520" y="13716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CE6F0"/>
                </a:solidFill>
              </a:rPr>
              <a:t>Ledger, Settlements &amp; Search</a:t>
            </a:r>
          </a:p>
        </p:txBody>
      </p:sp>
      <p:sp>
        <p:nvSpPr>
          <p:cNvPr id="5" name="Oval 4"/>
          <p:cNvSpPr/>
          <p:nvPr/>
        </p:nvSpPr>
        <p:spPr>
          <a:xfrm>
            <a:off x="11475720" y="82296"/>
            <a:ext cx="411480" cy="411480"/>
          </a:xfrm>
          <a:prstGeom prst="ellipse">
            <a:avLst/>
          </a:prstGeom>
          <a:solidFill>
            <a:srgbClr val="D69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244A"/>
                </a:solidFill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14400"/>
            <a:ext cx="3703320" cy="4846320"/>
          </a:xfrm>
          <a:prstGeom prst="roundRect">
            <a:avLst/>
          </a:prstGeom>
          <a:solidFill>
            <a:srgbClr val="F7F9FC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14244A"/>
                </a:solidFill>
              </a:rPr>
              <a:t>Ledger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12529"/>
                </a:solidFill>
              </a:rPr>
              <a:t>• Full table of all expenses across groups
• Filter by group, date, category, split type
• Status badges: SETTLED, PARTIAL, UNSETTLED
• Export to CSV for external record keeping
• Pagination for large datasets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5112" y="914400"/>
            <a:ext cx="3703320" cy="4846320"/>
          </a:xfrm>
          <a:prstGeom prst="roundRect">
            <a:avLst/>
          </a:prstGeom>
          <a:solidFill>
            <a:srgbClr val="F4FCFC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08080"/>
                </a:solidFill>
              </a:rPr>
              <a:t>Settlements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12529"/>
                </a:solidFill>
              </a:rPr>
              <a:t>• Outstanding balances organized by group
• Clear direction: who owes whom
• Mark Settled button records payments
• Tracks total you owe, total owed to you, pending count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47304" y="914400"/>
            <a:ext cx="3520440" cy="4846320"/>
          </a:xfrm>
          <a:prstGeom prst="roundRect">
            <a:avLst/>
          </a:prstGeom>
          <a:solidFill>
            <a:srgbClr val="FFFAF0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57C00"/>
                </a:solidFill>
              </a:rPr>
              <a:t>Search &amp; Filter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12529"/>
                </a:solidFill>
              </a:rPr>
              <a:t>• Keyword search across descriptions
• Filter by group, payer, category
• Filter by date range
• Apply Filters and Clear All controls
• Clean table view for fast lookup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6446520"/>
            <a:ext cx="11338560" cy="27432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270"/>
                </a:solidFill>
              </a:rPr>
              <a:t>Expense Splitter Application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Expense Splitter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18220" y="100584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dirty="0">
                <a:solidFill>
                  <a:srgbClr val="DCE6F0"/>
                </a:solidFill>
              </a:rPr>
              <a:t>Design Patterns, Challenges &amp; Testing</a:t>
            </a:r>
          </a:p>
        </p:txBody>
      </p:sp>
      <p:sp>
        <p:nvSpPr>
          <p:cNvPr id="5" name="Oval 4"/>
          <p:cNvSpPr/>
          <p:nvPr/>
        </p:nvSpPr>
        <p:spPr>
          <a:xfrm>
            <a:off x="11475720" y="82296"/>
            <a:ext cx="411480" cy="411480"/>
          </a:xfrm>
          <a:prstGeom prst="ellipse">
            <a:avLst/>
          </a:prstGeom>
          <a:solidFill>
            <a:srgbClr val="D69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244A"/>
                </a:solidFill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14400"/>
            <a:ext cx="3657600" cy="2011680"/>
          </a:xfrm>
          <a:prstGeom prst="roundRect">
            <a:avLst/>
          </a:prstGeom>
          <a:solidFill>
            <a:srgbClr val="F7F9FC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14244A"/>
                </a:solidFill>
              </a:rPr>
              <a:t>Strategy Pattern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12529"/>
                </a:solidFill>
              </a:rPr>
              <a:t>SplitStrategy interface
• EqualSplit → amount ÷ members
• CustomSplit → exact per-person amounts
• PercentageSplit → amount × percentage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108960"/>
            <a:ext cx="3657600" cy="2011680"/>
          </a:xfrm>
          <a:prstGeom prst="roundRect">
            <a:avLst/>
          </a:prstGeom>
          <a:solidFill>
            <a:srgbClr val="F4FCFC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08080"/>
                </a:solidFill>
              </a:rPr>
              <a:t>DAO + Singleton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12529"/>
                </a:solidFill>
              </a:rPr>
              <a:t>• UserDAO, GroupDAO, ExpenseDAO, SettlementDAO
• DatabaseConnection.getConnection() returns shared instance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914400"/>
            <a:ext cx="3657600" cy="2011680"/>
          </a:xfrm>
          <a:prstGeom prst="roundRect">
            <a:avLst/>
          </a:prstGeom>
          <a:solidFill>
            <a:srgbClr val="FFF5F5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C62828"/>
                </a:solidFill>
              </a:rPr>
              <a:t>Challenges Faced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12529"/>
                </a:solidFill>
              </a:rPr>
              <a:t>• Balance calculation across groups
• Dynamic split UI states
• Real-time dashboard refresh
• Consistent FlatLaf styling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108960"/>
            <a:ext cx="3657600" cy="2011680"/>
          </a:xfrm>
          <a:prstGeom prst="roundRect">
            <a:avLst/>
          </a:prstGeom>
          <a:solidFill>
            <a:srgbClr val="F7F9FC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57C00"/>
                </a:solidFill>
              </a:rPr>
              <a:t>Testing Highlights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12529"/>
                </a:solidFill>
              </a:rPr>
              <a:t>• Login, register, forgot password
• Group creation and expense entry
• Equal, custom, percentage split validation
• CSV export, search, filter, settlement checks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914400"/>
            <a:ext cx="3429000" cy="4206240"/>
          </a:xfrm>
          <a:prstGeom prst="roundRect">
            <a:avLst/>
          </a:prstGeom>
          <a:solidFill>
            <a:srgbClr val="F4FCFC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08080"/>
                </a:solidFill>
              </a:rPr>
              <a:t>What I Learned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12529"/>
                </a:solidFill>
              </a:rPr>
              <a:t>• Java Swing desktop UI design
• JDBC and MySQL integration
• Practical use of design patterns
• UI/UX consistency and debugging
• Structuring a maintainable codebase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446520"/>
            <a:ext cx="11338560" cy="27432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270"/>
                </a:solidFill>
              </a:rPr>
              <a:t>Expense Splitter Application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Expense Splitter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1080" y="116665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dirty="0">
                <a:solidFill>
                  <a:srgbClr val="DCE6F0"/>
                </a:solidFill>
              </a:rPr>
              <a:t>Demo Flow &amp; Future Enhancements</a:t>
            </a:r>
          </a:p>
        </p:txBody>
      </p:sp>
      <p:sp>
        <p:nvSpPr>
          <p:cNvPr id="5" name="Oval 4"/>
          <p:cNvSpPr/>
          <p:nvPr/>
        </p:nvSpPr>
        <p:spPr>
          <a:xfrm>
            <a:off x="11475720" y="82296"/>
            <a:ext cx="411480" cy="411480"/>
          </a:xfrm>
          <a:prstGeom prst="ellipse">
            <a:avLst/>
          </a:prstGeom>
          <a:solidFill>
            <a:srgbClr val="D69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244A"/>
                </a:solidFill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14400"/>
            <a:ext cx="5212080" cy="4526280"/>
          </a:xfrm>
          <a:prstGeom prst="roundRect">
            <a:avLst/>
          </a:prstGeom>
          <a:solidFill>
            <a:srgbClr val="F7F9FC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14244A"/>
                </a:solidFill>
              </a:rPr>
              <a:t>Working Demo Flow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12529"/>
                </a:solidFill>
              </a:rPr>
              <a:t>• Launch app → Login screen
• Register a new account
• Login → Dashboard opens
• Create a group
• Add an expense
• View split breakdown
• Check settlements
• Mark payment as settled
• Filter ledger and export CSV
• Search specific expenses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914400"/>
            <a:ext cx="5669280" cy="2743200"/>
          </a:xfrm>
          <a:prstGeom prst="roundRect">
            <a:avLst/>
          </a:prstGeom>
          <a:solidFill>
            <a:srgbClr val="F4FCFC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08080"/>
                </a:solidFill>
              </a:rPr>
              <a:t>Future Enhancements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12529"/>
                </a:solidFill>
              </a:rPr>
              <a:t>• Email notifications for unpaid balances
• Mobile companion app with REST API
• Recurring monthly expenses
• Multi-currency support
• Analytics charts and reports
• Cloud sync for real-time access
• PDF export for printable reports
• Dark mode using FlatLaf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3886200"/>
            <a:ext cx="5669280" cy="1554480"/>
          </a:xfrm>
          <a:prstGeom prst="roundRect">
            <a:avLst/>
          </a:prstGeom>
          <a:solidFill>
            <a:srgbClr val="FFFAF0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57C00"/>
                </a:solidFill>
              </a:rPr>
              <a:t>Conclusion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12529"/>
                </a:solidFill>
              </a:rPr>
              <a:t>Expense Splitter is a complete real-world solution for tracking shared expenses, calculating balances automatically, and settling debts cleanly.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6446520"/>
            <a:ext cx="11338560" cy="27432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270"/>
                </a:solidFill>
              </a:rPr>
              <a:t>Expense Splitter Application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18241"/>
            <a:ext cx="12191695" cy="6858000"/>
          </a:xfrm>
          <a:prstGeom prst="rect">
            <a:avLst/>
          </a:prstGeom>
          <a:solidFill>
            <a:srgbClr val="14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622577" y="1371600"/>
            <a:ext cx="3099245" cy="17389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 dirty="0">
                <a:solidFill>
                  <a:srgbClr val="FFFFFF"/>
                </a:solidFill>
              </a:rPr>
              <a:t>Thank You</a:t>
            </a:r>
          </a:p>
          <a:p>
            <a:pPr algn="ctr">
              <a:spcBef>
                <a:spcPts val="1400"/>
              </a:spcBef>
            </a:pPr>
            <a:r>
              <a:rPr sz="2000" dirty="0">
                <a:solidFill>
                  <a:srgbClr val="EBF2FA"/>
                </a:solidFill>
              </a:rPr>
              <a:t>Expense Splitter Application</a:t>
            </a:r>
          </a:p>
          <a:p>
            <a:pPr algn="ctr">
              <a:spcBef>
                <a:spcPts val="800"/>
              </a:spcBef>
            </a:pPr>
            <a:r>
              <a:rPr lang="en-US" sz="1800" b="1" dirty="0">
                <a:solidFill>
                  <a:srgbClr val="FFFFFF"/>
                </a:solidFill>
              </a:rPr>
              <a:t>Muhammad </a:t>
            </a:r>
            <a:r>
              <a:rPr sz="1800" b="1" dirty="0">
                <a:solidFill>
                  <a:srgbClr val="FFFFFF"/>
                </a:solidFill>
              </a:rPr>
              <a:t>Arham Bhatti</a:t>
            </a:r>
          </a:p>
          <a:p>
            <a:pPr algn="ctr">
              <a:spcBef>
                <a:spcPts val="800"/>
              </a:spcBef>
            </a:pPr>
            <a:r>
              <a:rPr sz="1400" i="1" dirty="0">
                <a:solidFill>
                  <a:srgbClr val="E1EBF5"/>
                </a:solidFill>
              </a:rPr>
              <a:t>Questions are welcome.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199632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0F8FF"/>
                </a:solidFill>
              </a:rPr>
              <a:t>GitHub Repository: github.com/marhambhatti/expense-splitter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1128</Words>
  <Application>Microsoft Office PowerPoint</Application>
  <PresentationFormat>Widescreen</PresentationFormat>
  <Paragraphs>131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Muhammad</cp:lastModifiedBy>
  <cp:revision>9</cp:revision>
  <dcterms:created xsi:type="dcterms:W3CDTF">2013-01-27T09:14:16Z</dcterms:created>
  <dcterms:modified xsi:type="dcterms:W3CDTF">2026-06-14T00:27:17Z</dcterms:modified>
  <cp:category/>
</cp:coreProperties>
</file>